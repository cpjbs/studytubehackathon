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LearnLoop: One Machine, Three Rooms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55B66"/>
                </a:solidFill>
              </a:defRPr>
            </a:pPr>
            <a:r>
              <a:t>Mentor briefing, GTM AI Workshop, Jul 16 2026. Mentor-only: this deck names the finale and the paths.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backstory, in 60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LearnLoop (fictional): B2B learning platform, Amsterdam, 2019. Promise: close the loop between learning and doing.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It is WINNING: EUR 30M ARR, 55% growth, 750 customers, Series C. Board wants EUR 200M by 2030.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The wall: the COST of growth. Every euro of pipeline still scales with headcount.</a:t>
            </a:r>
          </a:p>
          <a:p>
            <a:pPr lvl="1">
              <a:spcAft>
                <a:spcPts val="700"/>
              </a:spcAft>
              <a:defRPr sz="1450" b="0">
                <a:solidFill>
                  <a:srgbClr val="555B66"/>
                </a:solidFill>
              </a:defRPr>
            </a:pPr>
            <a:r>
              <a:t>–  1 analyst reads 4 data sources nobody agrees on. 6 writers, voice drifting into generic filler. Warm network in Germany ran dry: 3,200 emails, 13 replies, 0.4%.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Heads do not multiply. Systems do. Teams build the systems.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One machine, three briefs (assigned, not chosen)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Brief 01, The Signal Room = SENSE: who do we reach out to, why now, what is the hook?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Brief 02, The Brand Voice Machine = SPEAK: brief in, on-voice asset out, across EN/DE/ES.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Brief 03, The Account Penetration Machine = REACH: prioritized account in, distribution play out.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Each brief is standalone and judged standalone. The packs only hint: 'it is a full system.'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MENTOR-ONLY: at T-45 the reconnect is announced as a curveball. Never mention it before.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Brief 01: The Signal Room (SENSE)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Build: a system that identifies and prioritizes accounts. Who, why now, what hook.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Data: 50 DACH accounts, a noisy market feed, contact signals, and 4 messy internal sources for calibration.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Winning demo: feed it a fresh signal, ask 'who moved up and why', and let the room interrogate any ranking.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No right ranking exists. The scaffolds (tiers, pod shortlist, contacts) disagree on purpose.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Brief 01: five seeded paths, all defensible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E85D3D"/>
                </a:solidFill>
              </a:defRPr>
            </a:pPr>
            <a:r>
              <a:t>Full detail + evidence trails: mentor-kit/paths-and-hints.md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Regulation / deadline: live RFP, FINMA, LMS end-of-life. Blind spot: a deadline is not budget.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Leadership change: new CHRO/CPO with a mandate. Blind spot: the interim and cost-cutting decoys.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Competitor displacement: failing incumbents. Blind spot: complaints are not switching intent.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Warm path: every past win was warm; access beats freshness. Blind spot: references spend once.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Burn-aware: respect the send-log; hand-raisers first. Blind spot: past burn is not destiny.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Different paths produce different top-3s. That is the design working, not a team being wrong.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Brief 02: The Brand Voice Machine (SPEAK)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Build: a production line that turns any content brief into an on-voice asset, in any market and language.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Data: voice guide, gold standard, 20-piece corpus, 10 drifted drafts, 6 author samples, a dead German translation.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Winning demo: brief in, German asset out, every voice decision explained. Stretch: a language with no guide.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The guide is one way to codify the voice, not the only one. The labeled drafts test the gate, not the team.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Brief 02: six seeded machines, all defensible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E85D3D"/>
                </a:solidFill>
              </a:defRPr>
            </a:pPr>
            <a:r>
              <a:t>Full detail + evidence trails: mentor-kit/paths-and-hints.md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Rules-first gate: codify the guide. Blind spot: zero banned words can still be generic.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Exemplar matcher: 'does it sound like the corpus?' Blind spot: flags well, explains poorly.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Author profiles: model each writer's drift. Blind spot: thin data per author.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Transcreation-first: the language crossing is the engine. Blind spot: neglects the production belt.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Producer-first: center on brief-to-asset; the gate is one step. Blind spot: weak gate ships drift at scale.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Config voice-OS: new language = new config. Blind spot: abstraction eats the afternoon.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Brief 03: The Account Penetration Machine (REACH)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Build: prioritized accounts in, outreach out. Right door (email, LinkedIn, call, reference, event, gift), right person, right moment.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Data: 50 accounts, 130 contacts, send-log burn state, warm paths, call notes, the 0.4% baseline.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Winning demo: one hot account in, a complete attack plan out. Then the next account, live.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Brief 02 writes the message. This team orders it and distributes it. Copywriting here is scope drift.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Brief 03: six seeded motions, all defensible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E85D3D"/>
                </a:solidFill>
              </a:defRPr>
            </a:pPr>
            <a:r>
              <a:t>Full detail + evidence trails: mentor-kit/paths-and-hints.md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Signal-first: freshest trigger gets the next touch. Blind spot: signal-rich can be burned.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Hand-raiser first: 4 positive replies last quarter, zero follow-up. Blind spot: only four accounts.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Warm path: spend the 9 beachhead relationships deliberately. Blind spot: scarce and one-shot.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Event-anchored: go where buyers already are. Blind spot: slow cadence, hard to demo.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Clean-list first: 7 accounts never touched. Blind spot: untouched often means weaker fit.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Channel-switch: 20+ opens, zero replies = wrong door. Blind spot: opens are a weak signal.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What good looks like (the core of mentoring today)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1. Went through the assets. Not just the README: the send-log, the call notes, the corpus.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2. Identified a path. One clear read of the data, chosen among several possible.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3. Can reason about why. Evidence cited, counter-evidence acknowledged.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4. Built a solution around it. A running system shaped by that path, demoable.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There is no right answer and no answer brief. Grade the evidence trail, never the path choice.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A team disputing our own scaffolds (tiers, pod shortlist) with evidence is doing it exactly 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Stuck teams: hint ladder (escalate gently, stop when they move)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H1 = a question. H2/H3 = point at an asset. H4 = direct. Full ladders per brief in paths-and-hints.md.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Brief 01: 'Which Monday-morning question does your system answer, and for whom?'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Brief 02: 'Run stack draft #8 through your checker. Zero banned words. Is it on-voice?'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Brief 03: 'Four people replied positively last quarter and nobody followed up. Found them yet?'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Never hand over a path. The find is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finale (mentor logistics, never announced early)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Build time ~2 hours. At T-47: two-minute warning, reveal nothing.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T-45: the curveball. Teams merge into cross-brief groups (5 teams: 3 + 2). Handover sheets from the runbook.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T-10: the chain-run, projected. One account travels SENSE to REACH to SPEAK to send.</a:t>
            </a:r>
          </a:p>
          <a:p>
            <a:pPr>
              <a:spcAft>
                <a:spcPts val="700"/>
              </a:spcAft>
              <a:defRPr sz="1700" b="0">
                <a:solidFill>
                  <a:srgbClr val="1B2A4A"/>
                </a:solidFill>
              </a:defRPr>
            </a:pPr>
            <a:r>
              <a:t>•  T-0: demos, 3-4 min each, no slides. Room votes: closest to ship-ready.</a:t>
            </a:r>
          </a:p>
          <a:p>
            <a:pPr>
              <a:spcAft>
                <a:spcPts val="700"/>
              </a:spcAft>
              <a:defRPr sz="1700" b="1">
                <a:solidFill>
                  <a:srgbClr val="1B2A4A"/>
                </a:solidFill>
              </a:defRPr>
            </a:pPr>
            <a:r>
              <a:t>•  Choreography, handover sheets, fallbacks: mentor-kit/close-the-loop-runbook.md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